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9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22FDF-852A-49C9-8E28-2C5FDEDFB18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4AA65-03BF-4754-BB15-4674FC6303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802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165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500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459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275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979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329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53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795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468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78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538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947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39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1630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990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8191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1216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302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6474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4AA65-03BF-4754-BB15-4674FC63037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769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6AA77-F8F7-EF46-0B80-2ACFAEE25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C3077B-AB96-4015-6ABE-1158B9010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16A3EA-5C3F-F1A1-EA99-43E6EB928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291F-E779-4D5F-A926-D14A424BB45C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A9C690-0F98-FD03-A753-EBD77A38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1B282-AC1B-C614-FFDA-ABE81AC7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3D854-E8F7-4D68-B898-4F7E75BF4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897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DA81ED-A080-B6CE-2ED7-8536C109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2780AF-2E45-8A67-8A8B-30ABEB934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AC2EB3-8C98-5F3D-0559-5DF893A8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291F-E779-4D5F-A926-D14A424BB45C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5DFF65-730C-EA07-6BC6-679879296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B1E964-FBAF-BDE2-DC08-A8DD4E61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3D854-E8F7-4D68-B898-4F7E75BF4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15102-573D-CEED-BF21-830E22F6A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74FA29-154F-B8FD-8EC5-D36368D21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DCD24-335E-4CC6-5D64-2469C16C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291F-E779-4D5F-A926-D14A424BB45C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6F2C32-F1D3-89EA-2169-6510748A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094406-8539-4A20-5FAD-4E436634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3D854-E8F7-4D68-B898-4F7E75BF4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17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6E895-8F04-671F-116F-8B956C78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20FBD7-C686-08F8-2718-9349EDF02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970281-B948-44DF-EC62-C1A3C854E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05B804-A7EA-1A4E-643A-1EDE6785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291F-E779-4D5F-A926-D14A424BB45C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1E6AC4-0019-0B68-FADA-EFFD474C5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9B29EF-33E5-D831-9D3A-6B7ED10A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3D854-E8F7-4D68-B898-4F7E75BF4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427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152DA-3F10-B156-AD83-D0E5942A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19CC58-6912-5657-98A2-C4A45A554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BAC313-DDDD-118D-47E7-4D842FACB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96C6AF-3343-0298-3B0F-372F3370C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EB350E-C94F-D662-7ACA-E471BAD0B5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AB66DD-A438-2C28-9DDF-C385EDB1B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291F-E779-4D5F-A926-D14A424BB45C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E8819D-E563-07CF-ACB4-18B0AF03F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EA70B2-3819-4B33-5221-2F7D99D4D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3D854-E8F7-4D68-B898-4F7E75BF4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82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93DAFD-14B5-AE83-32CC-48D91FFB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4AB94B-3658-94A2-5B36-35858D843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291F-E779-4D5F-A926-D14A424BB45C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3A2810-B2C5-9D68-870B-8DABC7C6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E05D0E-2D07-3AC8-E473-82E194A1F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3D854-E8F7-4D68-B898-4F7E75BF4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795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EC20FA-2671-4F89-660B-3BEEC784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291F-E779-4D5F-A926-D14A424BB45C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CEFECF-302B-F69B-5E14-9169D1D91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9C4B5A-D4F0-7F49-DDCE-005D4770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3D854-E8F7-4D68-B898-4F7E75BF4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574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97228-0F74-9EBB-B064-EB5ED6983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35D32D-1F6C-9EFF-6248-E6368DB81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B3735E-0EE4-E535-72EA-5865C986E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25F8C4-C790-E77F-EED0-BAC2ACCDF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291F-E779-4D5F-A926-D14A424BB45C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138DDD-A14D-1CA6-001A-5607C5696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B6D49C-A7EB-316D-19B7-71489757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3D854-E8F7-4D68-B898-4F7E75BF4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68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A5EDA-E1ED-5467-AA37-A93EB1402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A7E3F70-49E1-12D8-6D49-70C4FF919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609D9E-3C5E-749C-3664-5DF767F7A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2C035D-DD56-26C9-B507-5104C90B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291F-E779-4D5F-A926-D14A424BB45C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7C07DA-DC04-A384-3DDB-D27DD4D5B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7D9D6B-DB4E-0F76-7360-3DFEE28E3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3D854-E8F7-4D68-B898-4F7E75BF4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11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E3D39-423F-C50C-D859-6D9547FE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4D6392-586D-06C4-DD0D-085150DE7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6448E4-47B2-A108-D685-E1D19ACC1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291F-E779-4D5F-A926-D14A424BB45C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C0C756-0AD2-989F-B8D7-1671B186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6398F2-8D61-98FE-B0F9-B382E1D2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3D854-E8F7-4D68-B898-4F7E75BF4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96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C1FD0-30A3-DF30-637B-EBC231C7D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449DF2-455D-5490-ABA6-897C547B3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012359-9080-B1F0-F748-49266B5C8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3291F-E779-4D5F-A926-D14A424BB45C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2DDFBF-5AB7-0CF4-8D89-1353E9F75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57F134-4699-3950-D4D0-8DDADF53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3D854-E8F7-4D68-B898-4F7E75BF4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30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9F542E-E5C8-92A2-D3EC-DE95688D2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02F2C5-D87B-4EDA-3FAC-BD7A29AE6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59AA95-A975-0E62-22F0-98F3797EE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3291F-E779-4D5F-A926-D14A424BB45C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6C907B-EDC0-F3BC-FD9E-F2D5C2629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86E4F5-F0D4-0FDE-F477-482C9CB84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3D854-E8F7-4D68-B898-4F7E75BF4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921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F1F1B750-D504-602A-71CD-C6B3B0395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90" y="48260"/>
            <a:ext cx="10142220" cy="676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44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网站&#10;&#10;描述已自动生成">
            <a:extLst>
              <a:ext uri="{FF2B5EF4-FFF2-40B4-BE49-F238E27FC236}">
                <a16:creationId xmlns:a16="http://schemas.microsoft.com/office/drawing/2014/main" id="{7D07B3A2-29BB-636F-E06A-52B4EFF8D5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3" y="176574"/>
            <a:ext cx="11558037" cy="650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55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电脑游戏的截图&#10;&#10;描述已自动生成">
            <a:extLst>
              <a:ext uri="{FF2B5EF4-FFF2-40B4-BE49-F238E27FC236}">
                <a16:creationId xmlns:a16="http://schemas.microsoft.com/office/drawing/2014/main" id="{EC810546-E364-F68F-CC01-0C6BA4B02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61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网站&#10;&#10;描述已自动生成">
            <a:extLst>
              <a:ext uri="{FF2B5EF4-FFF2-40B4-BE49-F238E27FC236}">
                <a16:creationId xmlns:a16="http://schemas.microsoft.com/office/drawing/2014/main" id="{8745C097-0086-B35D-074A-01C61B8D6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63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网站&#10;&#10;描述已自动生成">
            <a:extLst>
              <a:ext uri="{FF2B5EF4-FFF2-40B4-BE49-F238E27FC236}">
                <a16:creationId xmlns:a16="http://schemas.microsoft.com/office/drawing/2014/main" id="{4754F7BF-985E-2323-E513-52F0A11A4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6" name="图片 5" descr="图形用户界面, 网站&#10;&#10;描述已自动生成">
            <a:extLst>
              <a:ext uri="{FF2B5EF4-FFF2-40B4-BE49-F238E27FC236}">
                <a16:creationId xmlns:a16="http://schemas.microsoft.com/office/drawing/2014/main" id="{8811363D-A392-43D8-65AD-E99C7B2C0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1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电脑萤幕画面&#10;&#10;中度可信度描述已自动生成">
            <a:extLst>
              <a:ext uri="{FF2B5EF4-FFF2-40B4-BE49-F238E27FC236}">
                <a16:creationId xmlns:a16="http://schemas.microsoft.com/office/drawing/2014/main" id="{3C92A3B9-6E8A-78AD-4733-C722FB54B6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46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描述已自动生成">
            <a:extLst>
              <a:ext uri="{FF2B5EF4-FFF2-40B4-BE49-F238E27FC236}">
                <a16:creationId xmlns:a16="http://schemas.microsoft.com/office/drawing/2014/main" id="{3CABED7E-0CCE-0549-6D3D-F1BC529EF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594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网站&#10;&#10;描述已自动生成">
            <a:extLst>
              <a:ext uri="{FF2B5EF4-FFF2-40B4-BE49-F238E27FC236}">
                <a16:creationId xmlns:a16="http://schemas.microsoft.com/office/drawing/2014/main" id="{CCEE3F95-0065-4B46-C3DC-8B990D80E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64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网站&#10;&#10;描述已自动生成">
            <a:extLst>
              <a:ext uri="{FF2B5EF4-FFF2-40B4-BE49-F238E27FC236}">
                <a16:creationId xmlns:a16="http://schemas.microsoft.com/office/drawing/2014/main" id="{12FB1B76-5F5E-082C-C8A4-930548E54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00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网站&#10;&#10;描述已自动生成">
            <a:extLst>
              <a:ext uri="{FF2B5EF4-FFF2-40B4-BE49-F238E27FC236}">
                <a16:creationId xmlns:a16="http://schemas.microsoft.com/office/drawing/2014/main" id="{C923E4CB-E707-B449-3BC2-ED9C376E0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43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, 网站&#10;&#10;描述已自动生成">
            <a:extLst>
              <a:ext uri="{FF2B5EF4-FFF2-40B4-BE49-F238E27FC236}">
                <a16:creationId xmlns:a16="http://schemas.microsoft.com/office/drawing/2014/main" id="{5E65151F-45E9-A9F1-F750-1F5C7324C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描述已自动生成">
            <a:extLst>
              <a:ext uri="{FF2B5EF4-FFF2-40B4-BE49-F238E27FC236}">
                <a16:creationId xmlns:a16="http://schemas.microsoft.com/office/drawing/2014/main" id="{F7154C4F-21A7-A321-AAB5-0DD7EE557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49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893E21-F240-2D20-310A-9FB71EF22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149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网站&#10;&#10;描述已自动生成">
            <a:extLst>
              <a:ext uri="{FF2B5EF4-FFF2-40B4-BE49-F238E27FC236}">
                <a16:creationId xmlns:a16="http://schemas.microsoft.com/office/drawing/2014/main" id="{C5791F2D-B21F-B0FC-9FA9-7AD32B34F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52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描述已自动生成">
            <a:extLst>
              <a:ext uri="{FF2B5EF4-FFF2-40B4-BE49-F238E27FC236}">
                <a16:creationId xmlns:a16="http://schemas.microsoft.com/office/drawing/2014/main" id="{3F4551C0-6F78-3714-4017-C73247C3CC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57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描述已自动生成">
            <a:extLst>
              <a:ext uri="{FF2B5EF4-FFF2-40B4-BE49-F238E27FC236}">
                <a16:creationId xmlns:a16="http://schemas.microsoft.com/office/drawing/2014/main" id="{B8EEF790-D7D3-7375-9DBF-3154AD7D9E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10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&#10;&#10;描述已自动生成">
            <a:extLst>
              <a:ext uri="{FF2B5EF4-FFF2-40B4-BE49-F238E27FC236}">
                <a16:creationId xmlns:a16="http://schemas.microsoft.com/office/drawing/2014/main" id="{ED49E18A-6771-8461-BB3E-5F8219DAE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68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网站&#10;&#10;描述已自动生成">
            <a:extLst>
              <a:ext uri="{FF2B5EF4-FFF2-40B4-BE49-F238E27FC236}">
                <a16:creationId xmlns:a16="http://schemas.microsoft.com/office/drawing/2014/main" id="{FCE69339-9D24-5FB4-BE0B-8B5E49435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61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网站&#10;&#10;描述已自动生成">
            <a:extLst>
              <a:ext uri="{FF2B5EF4-FFF2-40B4-BE49-F238E27FC236}">
                <a16:creationId xmlns:a16="http://schemas.microsoft.com/office/drawing/2014/main" id="{C7A8B61D-4FA5-8504-EADB-B2043BD21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4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网站&#10;&#10;描述已自动生成">
            <a:extLst>
              <a:ext uri="{FF2B5EF4-FFF2-40B4-BE49-F238E27FC236}">
                <a16:creationId xmlns:a16="http://schemas.microsoft.com/office/drawing/2014/main" id="{B928048A-5858-4B0A-E683-6757A7867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433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20</Words>
  <Application>Microsoft Office PowerPoint</Application>
  <PresentationFormat>宽屏</PresentationFormat>
  <Paragraphs>20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33</cp:revision>
  <dcterms:created xsi:type="dcterms:W3CDTF">2026-10-16T03:15:45Z</dcterms:created>
  <dcterms:modified xsi:type="dcterms:W3CDTF">2026-10-22T10:11:21Z</dcterms:modified>
</cp:coreProperties>
</file>